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第 1 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 2"/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2400" b="1">
                <a:latin typeface="Aptos"/>
                <a:ea typeface="Microsoft YaHei"/>
              </a:rPr>
              <a:t xml:space="preserve">Fixture heading 1</a:t>
            </a:r>
            <a:endParaRPr lang="zh-CN"/>
          </a:p>
        </p:txBody>
      </p:sp>
      <p:pic>
        <p:nvPicPr>
          <p:cNvPr id="3" name="renamed-second-q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3429000" cy="3429000"/>
          </a:xfrm>
          <a:prstGeom prst="rect">
            <a:avLst/>
          </a:prstGeom>
        </p:spPr>
      </p:pic>
      <p:sp>
        <p:nvSpPr>
          <p:cNvPr id="4" name="图片说明 4"/>
          <p:cNvSpPr/>
          <p:nvPr/>
        </p:nvSpPr>
        <p:spPr>
          <a:xfrm>
            <a:off x="6096000" y="2811780"/>
            <a:ext cx="6096000" cy="6172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800">
                <a:latin typeface="Aptos"/>
                <a:ea typeface="Microsoft YaHei"/>
              </a:rPr>
              <a:t xml:space="preserve">renamed-second-qa.png</a:t>
            </a:r>
            <a:endParaRPr lang="zh-CN"/>
          </a:p>
        </p:txBody>
      </p:sp>
      <p:sp>
        <p:nvSpPr>
          <p:cNvPr id="5" name="paragraph 5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Fixture lesson 1, paragraph 3.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跨页文本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2"/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Fixture lesson 1, paragraph 1.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</a:t>
            </a:r>
            <a:endParaRPr lang="zh-CN"/>
          </a:p>
        </p:txBody>
      </p:sp>
      <p:sp>
        <p:nvSpPr>
          <p:cNvPr id="3" name="paragraph 3"/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Fixture long body 1.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The quick brown fox measures canonical project I/O while preserving valid domain structure. 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长正文续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AI Course Workbench">
  <a:themeElements>
    <a:clrScheme name="Workbench">
      <a:dk1>
        <a:srgbClr val="20242B"/>
      </a:dk1>
      <a:lt1>
        <a:srgbClr val="FFFFFF"/>
      </a:lt1>
      <a:dk2>
        <a:srgbClr val="44546A"/>
      </a:dk2>
      <a:lt2>
        <a:srgbClr val="E7E6E6"/>
      </a:lt2>
      <a:accent1>
        <a:srgbClr val="175CD3"/>
      </a:accent1>
      <a:accent2>
        <a:srgbClr val="00A3A3"/>
      </a:accent2>
      <a:accent3>
        <a:srgbClr val="ED7D31"/>
      </a:accent3>
      <a:accent4>
        <a:srgbClr val="70AD47"/>
      </a:accent4>
      <a:accent5>
        <a:srgbClr val="A5A5A5"/>
      </a:accent5>
      <a:accent6>
        <a:srgbClr val="FFC000"/>
      </a:accent6>
      <a:hlink>
        <a:srgbClr val="0563C1"/>
      </a:hlink>
      <a:folHlink>
        <a:srgbClr val="954F72"/>
      </a:folHlink>
    </a:clrScheme>
    <a:fontScheme name="Workbench">
      <a:majorFont>
        <a:latin typeface="Aptos Display"/>
        <a:ea typeface="Microsoft YaHei"/>
        <a:cs typeface="Aptos Display"/>
      </a:majorFont>
      <a:minorFont>
        <a:latin typeface="Aptos"/>
        <a:ea typeface="Microsoft YaHei"/>
        <a:cs typeface="Aptos"/>
      </a:minorFont>
    </a:fontScheme>
    <a:fmtScheme name="Workben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round/>
        </a:ln>
        <a:ln w="25400" cap="flat" cmpd="sng" algn="ctr">
          <a:solidFill>
            <a:schemeClr val="phClr"/>
          </a:solidFill>
          <a:prstDash val="solid"/>
          <a:round/>
        </a:ln>
        <a:ln w="38100" cap="flat" cmpd="sng" algn="ctr">
          <a:solidFill>
            <a:schemeClr val="phClr"/>
          </a:solidFill>
          <a:prstDash val="solid"/>
          <a:round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